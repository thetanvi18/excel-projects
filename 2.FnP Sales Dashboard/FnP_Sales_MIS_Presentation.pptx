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A856E-04EA-43BE-A05B-4F50C506FF9E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BE868-DB19-4CCC-A789-6C9749BAF2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07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BE868-DB19-4CCC-A789-6C9749BAF2B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846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b="1" dirty="0" err="1"/>
              <a:t>FnP</a:t>
            </a:r>
            <a:r>
              <a:rPr sz="4000" b="1" dirty="0"/>
              <a:t> Sales Performance &amp; Operations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Prepared by Tanvi </a:t>
            </a:r>
            <a:r>
              <a:rPr dirty="0" err="1"/>
              <a:t>Dedhia</a:t>
            </a:r>
            <a:endParaRPr dirty="0"/>
          </a:p>
          <a:p>
            <a:r>
              <a:rPr dirty="0"/>
              <a:t>Excel-based Sales, Delivery &amp; Customer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dirty="0"/>
              <a:t>Business KPIs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43261F-7FD6-227D-809A-4E4E88D02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000" t="5268" r="79556" b="12777"/>
          <a:stretch>
            <a:fillRect/>
          </a:stretch>
        </p:blipFill>
        <p:spPr>
          <a:xfrm>
            <a:off x="457200" y="1326419"/>
            <a:ext cx="3318933" cy="20583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CABAF4-7073-351E-B142-8F606823A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6445" t="5964" r="55111" b="11994"/>
          <a:stretch>
            <a:fillRect/>
          </a:stretch>
        </p:blipFill>
        <p:spPr>
          <a:xfrm>
            <a:off x="5080001" y="1326419"/>
            <a:ext cx="2904068" cy="20605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ED5FD7-AD10-3279-3F11-21844675E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0445" t="3794" r="26222" b="18655"/>
          <a:stretch>
            <a:fillRect/>
          </a:stretch>
        </p:blipFill>
        <p:spPr>
          <a:xfrm>
            <a:off x="457199" y="3708366"/>
            <a:ext cx="3318933" cy="21590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6CDBEF-6186-759D-D9F4-D4C53FF51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80333" t="5268" r="2334" b="13931"/>
          <a:stretch>
            <a:fillRect/>
          </a:stretch>
        </p:blipFill>
        <p:spPr>
          <a:xfrm>
            <a:off x="5080000" y="3708366"/>
            <a:ext cx="2903527" cy="2159034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FA701190-E187-6D81-DBF3-7571DA3554CF}"/>
              </a:ext>
            </a:extLst>
          </p:cNvPr>
          <p:cNvCxnSpPr/>
          <p:nvPr/>
        </p:nvCxnSpPr>
        <p:spPr>
          <a:xfrm rot="16200000" flipH="1">
            <a:off x="4725823" y="819842"/>
            <a:ext cx="513620" cy="49953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09A5F52D-5370-5DFD-A90F-92AC4B2CAC2C}"/>
              </a:ext>
            </a:extLst>
          </p:cNvPr>
          <p:cNvCxnSpPr/>
          <p:nvPr/>
        </p:nvCxnSpPr>
        <p:spPr>
          <a:xfrm rot="5400000">
            <a:off x="3506622" y="824074"/>
            <a:ext cx="513621" cy="491067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202BAF86-7ED9-9D60-E253-17BC06D6BDE9}"/>
              </a:ext>
            </a:extLst>
          </p:cNvPr>
          <p:cNvCxnSpPr>
            <a:cxnSpLocks/>
            <a:endCxn id="6" idx="3"/>
          </p:cNvCxnSpPr>
          <p:nvPr/>
        </p:nvCxnSpPr>
        <p:spPr>
          <a:xfrm rot="5400000">
            <a:off x="2025658" y="2563273"/>
            <a:ext cx="3975084" cy="47413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42FD154-AC9F-78B1-705B-21812696E2FE}"/>
              </a:ext>
            </a:extLst>
          </p:cNvPr>
          <p:cNvCxnSpPr>
            <a:cxnSpLocks/>
            <a:endCxn id="7" idx="1"/>
          </p:cNvCxnSpPr>
          <p:nvPr/>
        </p:nvCxnSpPr>
        <p:spPr>
          <a:xfrm rot="16200000" flipH="1">
            <a:off x="2783423" y="2491306"/>
            <a:ext cx="3975084" cy="618070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1362"/>
          </a:xfrm>
        </p:spPr>
        <p:txBody>
          <a:bodyPr>
            <a:normAutofit fontScale="90000"/>
          </a:bodyPr>
          <a:lstStyle/>
          <a:p>
            <a:r>
              <a:rPr dirty="0"/>
              <a:t>Revenue &amp; Seasonality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55533"/>
            <a:ext cx="8229600" cy="2070630"/>
          </a:xfrm>
        </p:spPr>
        <p:txBody>
          <a:bodyPr/>
          <a:lstStyle/>
          <a:p>
            <a:r>
              <a:rPr dirty="0"/>
              <a:t>Peak months: Feb, Aug, Nov</a:t>
            </a:r>
          </a:p>
          <a:p>
            <a:r>
              <a:rPr dirty="0"/>
              <a:t>Evening order peaks</a:t>
            </a:r>
          </a:p>
        </p:txBody>
      </p:sp>
      <p:pic>
        <p:nvPicPr>
          <p:cNvPr id="24" name="Picture 23" descr="A graph with blue lines and red dots&#10;&#10;AI-generated content may be incorrect.">
            <a:extLst>
              <a:ext uri="{FF2B5EF4-FFF2-40B4-BE49-F238E27FC236}">
                <a16:creationId xmlns:a16="http://schemas.microsoft.com/office/drawing/2014/main" id="{94C2AC22-0D10-8C88-3EE7-A63CEE087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42" y="1385047"/>
            <a:ext cx="3673158" cy="23014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2" name="Picture 31" descr="A graph with a line&#10;&#10;AI-generated content may be incorrect.">
            <a:extLst>
              <a:ext uri="{FF2B5EF4-FFF2-40B4-BE49-F238E27FC236}">
                <a16:creationId xmlns:a16="http://schemas.microsoft.com/office/drawing/2014/main" id="{3D2F929F-5A3C-24D7-F5EE-C01A30C03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314" y="1385047"/>
            <a:ext cx="3613978" cy="23014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65162"/>
          </a:xfrm>
        </p:spPr>
        <p:txBody>
          <a:bodyPr>
            <a:normAutofit fontScale="90000"/>
          </a:bodyPr>
          <a:lstStyle/>
          <a:p>
            <a:r>
              <a:rPr dirty="0"/>
              <a:t>Product &amp; Occasion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48667"/>
            <a:ext cx="8229600" cy="1985963"/>
          </a:xfrm>
        </p:spPr>
        <p:txBody>
          <a:bodyPr/>
          <a:lstStyle/>
          <a:p>
            <a:r>
              <a:rPr dirty="0"/>
              <a:t>Top categories: Colors, </a:t>
            </a:r>
            <a:r>
              <a:rPr lang="en-US" dirty="0"/>
              <a:t>Soft Toys</a:t>
            </a:r>
            <a:endParaRPr dirty="0"/>
          </a:p>
          <a:p>
            <a:r>
              <a:rPr dirty="0"/>
              <a:t>Top occasions: Anniversary, Raksha Bandhan</a:t>
            </a:r>
          </a:p>
        </p:txBody>
      </p:sp>
      <p:pic>
        <p:nvPicPr>
          <p:cNvPr id="6" name="Picture 5" descr="A graph of a number of different colored bars&#10;&#10;AI-generated content may be incorrect.">
            <a:extLst>
              <a:ext uri="{FF2B5EF4-FFF2-40B4-BE49-F238E27FC236}">
                <a16:creationId xmlns:a16="http://schemas.microsoft.com/office/drawing/2014/main" id="{A0BA6193-3FAF-CAEF-D23C-B50075B63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042" y="1332131"/>
            <a:ext cx="3673158" cy="22633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 descr="A graph with blue and red bars&#10;&#10;AI-generated content may be incorrect.">
            <a:extLst>
              <a:ext uri="{FF2B5EF4-FFF2-40B4-BE49-F238E27FC236}">
                <a16:creationId xmlns:a16="http://schemas.microsoft.com/office/drawing/2014/main" id="{84F6A54D-B7CA-E16E-6C90-FCDB475EA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267" y="1332129"/>
            <a:ext cx="3750733" cy="22633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2895"/>
          </a:xfrm>
        </p:spPr>
        <p:txBody>
          <a:bodyPr>
            <a:normAutofit fontScale="90000"/>
          </a:bodyPr>
          <a:lstStyle/>
          <a:p>
            <a:r>
              <a:rPr dirty="0"/>
              <a:t>City-wise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385733"/>
            <a:ext cx="8229600" cy="1740430"/>
          </a:xfrm>
        </p:spPr>
        <p:txBody>
          <a:bodyPr/>
          <a:lstStyle/>
          <a:p>
            <a:r>
              <a:rPr dirty="0"/>
              <a:t>High volume cities:</a:t>
            </a:r>
            <a:r>
              <a:rPr lang="en-US" dirty="0"/>
              <a:t> Imphal, Dhanbad, Kavali</a:t>
            </a:r>
            <a:endParaRPr dirty="0"/>
          </a:p>
        </p:txBody>
      </p:sp>
      <p:pic>
        <p:nvPicPr>
          <p:cNvPr id="6" name="Picture 5" descr="A graph of a number of cities&#10;&#10;AI-generated content may be incorrect.">
            <a:extLst>
              <a:ext uri="{FF2B5EF4-FFF2-40B4-BE49-F238E27FC236}">
                <a16:creationId xmlns:a16="http://schemas.microsoft.com/office/drawing/2014/main" id="{F2B9B7EF-AC07-340F-9D59-5CA5C360A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819" y="1115223"/>
            <a:ext cx="4764362" cy="29850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2895"/>
          </a:xfrm>
        </p:spPr>
        <p:txBody>
          <a:bodyPr>
            <a:normAutofit fontScale="90000"/>
          </a:bodyPr>
          <a:lstStyle/>
          <a:p>
            <a:r>
              <a:rPr dirty="0"/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inventory for top categories</a:t>
            </a:r>
          </a:p>
          <a:p>
            <a:r>
              <a:t>Run time-based promotions</a:t>
            </a:r>
          </a:p>
          <a:p>
            <a:r>
              <a:t>Optimize logistics in high-volume cities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77</Words>
  <Application>Microsoft Office PowerPoint</Application>
  <PresentationFormat>On-screen Show (4:3)</PresentationFormat>
  <Paragraphs>17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FnP Sales Performance &amp; Operations </vt:lpstr>
      <vt:lpstr>Business KPIs</vt:lpstr>
      <vt:lpstr>Revenue &amp; Seasonality</vt:lpstr>
      <vt:lpstr>Product &amp; Occasion Performance</vt:lpstr>
      <vt:lpstr>City-wise Insights</vt:lpstr>
      <vt:lpstr>Business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TANVI DEDHIA - 60004220061</cp:lastModifiedBy>
  <cp:revision>6</cp:revision>
  <dcterms:created xsi:type="dcterms:W3CDTF">2013-01-27T09:14:16Z</dcterms:created>
  <dcterms:modified xsi:type="dcterms:W3CDTF">2025-12-28T09:33:30Z</dcterms:modified>
  <cp:category/>
</cp:coreProperties>
</file>